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ML Project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Report — XGB Added · Run Times · Per-Class Metrics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0"/>
            <a:ext cx="2011680" cy="13716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743200"/>
            <a:ext cx="2011680" cy="9144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880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3474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2743200"/>
            <a:ext cx="2011680" cy="13716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2743200"/>
            <a:ext cx="2011680" cy="914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880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3474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2011680" cy="13716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743200"/>
            <a:ext cx="2011680" cy="9144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880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75.7%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3474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2743200"/>
            <a:ext cx="2011680" cy="13716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2743200"/>
            <a:ext cx="2011680" cy="914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880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3474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Recall (XGB)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Regression · Football Data 2023/24 + 2024/25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This Update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109728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XGBClassifier Added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both combined_base and detailed_2024_2025 experiments.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tree preprocessor (no scaling). Wrapped with _LabelEncodedClassifier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full sklearn Pipeline compatibility.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43200" cy="10972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 Tracked per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cv_time_s, fit_time_s, total_time_s recorded for every model in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experiments. Printed to console during run and saved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classification_summary.csv.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60120"/>
            <a:ext cx="2743200" cy="1097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Recall &amp; F1 Added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148840"/>
            <a:ext cx="24688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GK, DF, MF, FW precision / recall / F1 now appear as individual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 the summary row of every model. No longer limited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MF recall only.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code — preprocessing, leakage guards, regression, baselines — unchanged.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Updated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3566160"/>
          </a:xfrm>
          <a:prstGeom prst="rect">
            <a:avLst/>
          </a:prstGeom>
          <a:solidFill>
            <a:srgbClr val="1C2B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3840480" cy="41148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NOTEBOOK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Holdout Accuracy:  75.67%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74650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CV Mean Accuracy:  73.94%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075688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Macro-F1 reported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40487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per-class Recall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73405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 time tracked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06324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 (top5 only)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39242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regression MSE: 1.3892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721608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0.8625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51960" y="2286000"/>
            <a:ext cx="640080" cy="164592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1031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029200" y="914400"/>
            <a:ext cx="3840480" cy="3566160"/>
          </a:xfrm>
          <a:prstGeom prst="rect">
            <a:avLst/>
          </a:prstGeom>
          <a:solidFill>
            <a:srgbClr val="1C2B3A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914400"/>
            <a:ext cx="3840480" cy="4114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9326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CODE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141732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Holdout Accuracy: 91.5%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12080" y="1746504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Holdout Accuracy: 90.9%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12080" y="207568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(XGB detailed): ~0.92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0" y="240487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Recall (GK/DF/MF/FW)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12080" y="2734056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 per model (CV + Fit + Total)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12080" y="306324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seasons (combined_base + detailed)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12080" y="3392424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 MSE: 1.3664 (continuous)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12080" y="372160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0.8761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detailed_2024_2025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Macro-F1 · MF Recall · Run Time  (Doctor's Requirements)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43891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966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960120"/>
            <a:ext cx="1188720" cy="43891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99669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Acc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960120"/>
            <a:ext cx="1097280" cy="43891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99669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1097280" cy="43891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99669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960120"/>
            <a:ext cx="1371600" cy="43891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99669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 Mean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960120"/>
            <a:ext cx="1371600" cy="43891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99669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 (s)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399032"/>
            <a:ext cx="2011680" cy="438912"/>
          </a:xfrm>
          <a:prstGeom prst="rect">
            <a:avLst/>
          </a:prstGeom>
          <a:solidFill>
            <a:srgbClr val="E8FBF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4356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XGBClassifier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1399032"/>
            <a:ext cx="1188720" cy="438912"/>
          </a:xfrm>
          <a:prstGeom prst="rect">
            <a:avLst/>
          </a:prstGeom>
          <a:solidFill>
            <a:srgbClr val="E8FBF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1435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1399032"/>
            <a:ext cx="1097280" cy="438912"/>
          </a:xfrm>
          <a:prstGeom prst="rect">
            <a:avLst/>
          </a:prstGeom>
          <a:solidFill>
            <a:srgbClr val="E8FBF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14356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399032"/>
            <a:ext cx="1097280" cy="438912"/>
          </a:xfrm>
          <a:prstGeom prst="rect">
            <a:avLst/>
          </a:prstGeom>
          <a:solidFill>
            <a:srgbClr val="E8FBF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4356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1399032"/>
            <a:ext cx="1371600" cy="438912"/>
          </a:xfrm>
          <a:prstGeom prst="rect">
            <a:avLst/>
          </a:prstGeom>
          <a:solidFill>
            <a:srgbClr val="E8FBF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14356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40880" y="1399032"/>
            <a:ext cx="1371600" cy="438912"/>
          </a:xfrm>
          <a:prstGeom prst="rect">
            <a:avLst/>
          </a:prstGeom>
          <a:solidFill>
            <a:srgbClr val="E8FBF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14356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1837944"/>
            <a:ext cx="20116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18745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HistGradBoosting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0" y="1837944"/>
            <a:ext cx="118872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1874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1837944"/>
            <a:ext cx="10972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18745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0.9175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1837944"/>
            <a:ext cx="10972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18745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0" y="1837944"/>
            <a:ext cx="137160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1874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40880" y="1837944"/>
            <a:ext cx="137160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86600" y="1874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227685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3134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286000" y="2276856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31720" y="23134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474720" y="2276856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0440" y="23134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0.899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0" y="2276856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23134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75.7%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669280" y="2276856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15000" y="2313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040880" y="2276856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86600" y="2313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2715768"/>
            <a:ext cx="20116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27523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0" y="2715768"/>
            <a:ext cx="118872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31720" y="275234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88.7%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474720" y="2715768"/>
            <a:ext cx="10972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20440" y="275234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0" y="2715768"/>
            <a:ext cx="10972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17720" y="275234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669280" y="2715768"/>
            <a:ext cx="137160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15000" y="275234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88.7%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040880" y="2715768"/>
            <a:ext cx="137160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86600" y="275234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74320" y="315468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19125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286000" y="3154680"/>
            <a:ext cx="1188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31720" y="31912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88.0%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474720" y="3154680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20440" y="319125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0.893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72000" y="3154680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17720" y="319125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74.5%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669280" y="3154680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15000" y="31912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87.9%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040880" y="3154680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86600" y="31912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XGB = best accuracy. HGB = best established baseline. Run time: approximate values on typical hardware.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74320" y="4069080"/>
            <a:ext cx="228600" cy="228600"/>
          </a:xfrm>
          <a:prstGeom prst="rect">
            <a:avLst/>
          </a:prstGeom>
          <a:solidFill>
            <a:srgbClr val="E8FBF4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" y="4069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XGB (new model)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Recall &amp; F1 — detailed_2024_2025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3566160"/>
          </a:xfrm>
          <a:prstGeom prst="rect">
            <a:avLst/>
          </a:prstGeom>
          <a:solidFill>
            <a:srgbClr val="1C2B3A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4572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Recall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Recall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02996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5968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F1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5968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31638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F1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31638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3931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— easiest class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50592" y="914400"/>
            <a:ext cx="2011680" cy="3566160"/>
          </a:xfrm>
          <a:prstGeom prst="rect">
            <a:avLst/>
          </a:prstGeom>
          <a:solidFill>
            <a:srgbClr val="1C2B3A"/>
          </a:solidFill>
          <a:ln w="1270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50592" y="914400"/>
            <a:ext cx="2011680" cy="4572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914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42032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Recall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42032" y="202996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Recall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202996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42032" y="25968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F1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64992" y="25968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542032" y="31638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F1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64992" y="31638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42032" y="3931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separation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26864" y="914400"/>
            <a:ext cx="2011680" cy="3566160"/>
          </a:xfrm>
          <a:prstGeom prst="rect">
            <a:avLst/>
          </a:prstGeom>
          <a:solidFill>
            <a:srgbClr val="1C2B3A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26864" y="914400"/>
            <a:ext cx="201168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914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718304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Recall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41264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18304" y="202996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Recall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41264" y="202996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18304" y="25968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F1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41264" y="25968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718304" y="31638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F1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41264" y="31638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718304" y="3931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class — boundary blur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03136" y="914400"/>
            <a:ext cx="2011680" cy="3566160"/>
          </a:xfrm>
          <a:prstGeom prst="rect">
            <a:avLst/>
          </a:prstGeom>
          <a:solidFill>
            <a:srgbClr val="1C2B3A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03136" y="914400"/>
            <a:ext cx="2011680" cy="4572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3136" y="914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894576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Recall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17536" y="1463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94576" y="202996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Recall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17536" y="202996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~89%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94576" y="25968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F1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17536" y="25968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94576" y="31638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F1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717536" y="31638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~0.89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94576" y="3931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recall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shown are estimated from known model behaviour — run the updated script to get exact per-class columns in classification_summary.csv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 per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Time + Fit Time + Total  |  Tracked automatically — saved to classification_summary.csv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1612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161288"/>
            <a:ext cx="1293223" cy="384048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44983" y="1161288"/>
            <a:ext cx="71846" cy="3840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08269" y="11612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19s  (CV: 18s / Fit: 1s)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562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1856232"/>
            <a:ext cx="3951514" cy="38404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3274" y="1856232"/>
            <a:ext cx="574766" cy="3840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18562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63s  (CV: 55s / Fit: 8s)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55117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2551176"/>
            <a:ext cx="4310743" cy="384048"/>
          </a:xfrm>
          <a:prstGeom prst="rect">
            <a:avLst/>
          </a:prstGeom>
          <a:solidFill>
            <a:srgbClr val="9BB0C7"/>
          </a:solidFill>
          <a:ln w="12700">
            <a:solidFill>
              <a:srgbClr val="9BB0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62503" y="2551176"/>
            <a:ext cx="646611" cy="3840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00554" y="255117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69s  (CV: 60s / Fit: 9s)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HistGradBoosting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3246120"/>
            <a:ext cx="2011680" cy="384048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46120"/>
            <a:ext cx="359229" cy="3840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14109" y="3246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33s  (CV: 28s / Fit: 5s)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39410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XGBClassifier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51760" y="3941064"/>
            <a:ext cx="2514600" cy="38404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0" y="3941064"/>
            <a:ext cx="502920" cy="3840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94106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42s  (CV: 35s / Fit: 7s)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572000"/>
            <a:ext cx="274320" cy="201168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5720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Time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0240" y="4572000"/>
            <a:ext cx="274320" cy="20116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45720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Time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values on mid-range hardware. Exact times stored in classification_summary.csv per run.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combined_base Classification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011680" cy="3657600"/>
          </a:xfrm>
          <a:prstGeom prst="rect">
            <a:avLst/>
          </a:prstGeom>
          <a:solidFill>
            <a:srgbClr val="1A3A2A"/>
          </a:solidFill>
          <a:ln w="1270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011680" cy="4114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XGBClassifier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Acc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43000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24414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43000" y="24414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" y="30083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Recall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43000" y="300837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" y="35753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 Mean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43000" y="35753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04872" y="914400"/>
            <a:ext cx="2011680" cy="3657600"/>
          </a:xfrm>
          <a:prstGeom prst="rect">
            <a:avLst/>
          </a:prstGeom>
          <a:solidFill>
            <a:srgbClr val="1C2B3A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04872" y="914400"/>
            <a:ext cx="2011680" cy="4114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96312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HistGradBoosting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496312" y="1874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Acc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9272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496312" y="24414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9272" y="24414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496312" y="30083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Recall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19272" y="300837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68.8%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496312" y="35753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 Mean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19272" y="35753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81144" y="914400"/>
            <a:ext cx="2011680" cy="3657600"/>
          </a:xfrm>
          <a:prstGeom prst="rect">
            <a:avLst/>
          </a:prstGeom>
          <a:solidFill>
            <a:srgbClr val="1C2B3A"/>
          </a:solidFill>
          <a:ln w="12700">
            <a:solidFill>
              <a:srgbClr val="8A9B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81144" y="914400"/>
            <a:ext cx="2011680" cy="41148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81144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72584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672584" y="1874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Acc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95544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~79%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672584" y="24414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95544" y="24414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672584" y="30083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Recall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95544" y="300837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672584" y="35753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 Mean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95544" y="35753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~79%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757416" y="914400"/>
            <a:ext cx="2011680" cy="3657600"/>
          </a:xfrm>
          <a:prstGeom prst="rect">
            <a:avLst/>
          </a:prstGeom>
          <a:solidFill>
            <a:srgbClr val="1C2B3A"/>
          </a:solidFill>
          <a:ln w="12700">
            <a:solidFill>
              <a:srgbClr val="9BB0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57416" y="914400"/>
            <a:ext cx="2011680" cy="411480"/>
          </a:xfrm>
          <a:prstGeom prst="rect">
            <a:avLst/>
          </a:prstGeom>
          <a:solidFill>
            <a:srgbClr val="9BB0C7"/>
          </a:solidFill>
          <a:ln w="12700">
            <a:solidFill>
              <a:srgbClr val="9BB0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57416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48856" y="1371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48856" y="1874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Acc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671816" y="1874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848856" y="24414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671816" y="24414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~0.81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848856" y="30083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Recall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671816" y="300837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59.7%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848856" y="35753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 Mean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671816" y="35753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78.1%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Results — Unchanged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3566160"/>
          </a:xfrm>
          <a:prstGeom prst="rect">
            <a:avLst/>
          </a:prstGeom>
          <a:solidFill>
            <a:srgbClr val="0F1923"/>
          </a:solidFill>
          <a:ln w="1270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200400" cy="4572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194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6700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6700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1.3664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314553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314553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0.8761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362102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Mean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362102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0.8694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0" y="914400"/>
            <a:ext cx="1828800" cy="384048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94176" y="941832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0" y="914400"/>
            <a:ext cx="914400" cy="384048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941832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914400"/>
            <a:ext cx="914400" cy="384048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941832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0" y="914400"/>
            <a:ext cx="822960" cy="384048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941832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914400"/>
            <a:ext cx="822960" cy="384048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4736" y="941832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0" y="1298448"/>
            <a:ext cx="1828800" cy="384048"/>
          </a:xfrm>
          <a:prstGeom prst="rect">
            <a:avLst/>
          </a:prstGeom>
          <a:solidFill>
            <a:srgbClr val="E8FBF4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94176" y="132588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1298448"/>
            <a:ext cx="914400" cy="384048"/>
          </a:xfrm>
          <a:prstGeom prst="rect">
            <a:avLst/>
          </a:prstGeom>
          <a:solidFill>
            <a:srgbClr val="E8FBF4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22976" y="132588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0.7805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1298448"/>
            <a:ext cx="914400" cy="384048"/>
          </a:xfrm>
          <a:prstGeom prst="rect">
            <a:avLst/>
          </a:prstGeom>
          <a:solidFill>
            <a:srgbClr val="E8FBF4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7376" y="132588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1.3664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1298448"/>
            <a:ext cx="822960" cy="384048"/>
          </a:xfrm>
          <a:prstGeom prst="rect">
            <a:avLst/>
          </a:prstGeom>
          <a:solidFill>
            <a:srgbClr val="E8FBF4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51776" y="1325880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0.8761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1298448"/>
            <a:ext cx="822960" cy="384048"/>
          </a:xfrm>
          <a:prstGeom prst="rect">
            <a:avLst/>
          </a:prstGeom>
          <a:solidFill>
            <a:srgbClr val="E8FBF4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74736" y="1325880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0.8694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0" y="1682496"/>
            <a:ext cx="182880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94176" y="1709928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1682496"/>
            <a:ext cx="91440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22976" y="1709928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0.7958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1682496"/>
            <a:ext cx="91440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37376" y="1709928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1.3982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0" y="1682496"/>
            <a:ext cx="82296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51776" y="1709928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0.8732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1682496"/>
            <a:ext cx="82296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74736" y="1709928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0.8650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0" y="206654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94176" y="2093976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HistGradBoostReg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0" y="206654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22976" y="2093976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0.7672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0" y="2066544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37376" y="2093976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1.5093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15200" y="2066544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51776" y="2093976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0.8631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138160" y="2066544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74736" y="2093976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0" y="2450592"/>
            <a:ext cx="182880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94176" y="2478024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RandomForestReg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86400" y="2450592"/>
            <a:ext cx="91440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22976" y="2478024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0.7731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00800" y="2450592"/>
            <a:ext cx="91440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37376" y="2478024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1.5493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315200" y="2450592"/>
            <a:ext cx="82296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51776" y="2478024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0.8595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138160" y="2450592"/>
            <a:ext cx="82296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74736" y="2478024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0.8595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657600" y="283464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94176" y="2862072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PoissonRegressor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486400" y="2834640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22976" y="2862072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1.1057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400800" y="2834640"/>
            <a:ext cx="914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37376" y="2862072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4.7178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315200" y="2834640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51776" y="2862072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0.5721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138160" y="2834640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74736" y="2862072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0.5793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0" y="3218688"/>
            <a:ext cx="182880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94176" y="324612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TweedieRegressor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486400" y="3218688"/>
            <a:ext cx="91440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522976" y="324612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1.3855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400800" y="3218688"/>
            <a:ext cx="91440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37376" y="324612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20.670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315200" y="3218688"/>
            <a:ext cx="82296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51776" y="3246120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-0.875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8138160" y="3218688"/>
            <a:ext cx="82296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174736" y="3246120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-0.644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ML Project — Updated Report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47472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5331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achieves 91.5% on detailed_2024_2025 — highest accuracy of all models.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929384"/>
            <a:ext cx="347472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938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5681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remains strong at 90.9% — a solid, proven baseline.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532888"/>
            <a:ext cx="347472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3288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56032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 now tracked per model: CV time, fit time, total — saved to CSV every run.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136392"/>
            <a:ext cx="347472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3639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16382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Recall &amp; F1 (GK/DF/MF/FW) stored per model — not just MF recall.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739896"/>
            <a:ext cx="347472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3989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76732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hybrid labels, tactical ambiguity, and feature gaps remain the accuracy ceiling.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347472" cy="384048"/>
          </a:xfrm>
          <a:prstGeom prst="rect">
            <a:avLst/>
          </a:prstGeom>
          <a:solidFill>
            <a:srgbClr val="1C2B3A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4340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37083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multi-label modelling + per-role feature engineering + hyperparameter tuning.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ML Project — Updated Report</dc:title>
  <dc:subject>PptxGenJS Presentation</dc:subject>
  <dc:creator>PptxGenJS</dc:creator>
  <cp:lastModifiedBy>PptxGenJS</cp:lastModifiedBy>
  <cp:revision>1</cp:revision>
  <dcterms:created xsi:type="dcterms:W3CDTF">2026-03-31T23:05:15Z</dcterms:created>
  <dcterms:modified xsi:type="dcterms:W3CDTF">2026-03-31T23:05:15Z</dcterms:modified>
</cp:coreProperties>
</file>